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D6B56"/>
                </a:solidFill>
                <a:latin typeface="Arial"/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1A1A1A"/>
                </a:solidFill>
                <a:latin typeface="Arial"/>
              </a:defRPr>
            </a:pPr>
            <a:r>
              <a:t>Giving your team the tools to practice the moments that matter,</a:t>
            </a:r>
            <a:br/>
            <a:r>
              <a:t>before they matter.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A4A4A"/>
                </a:solidFill>
                <a:latin typeface="Arial"/>
              </a:defRPr>
            </a:pPr>
            <a:r>
              <a:t>Our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A1A1A"/>
                </a:solidFill>
                <a:latin typeface="Arial"/>
              </a:defRPr>
            </a:pPr>
            <a:r>
              <a:t>Make deliberate practice</a:t>
            </a:r>
            <a:br/>
            <a:r>
              <a:t>a daily norm.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4A4A4A"/>
                </a:solidFill>
                <a:latin typeface="Arial"/>
              </a:defRPr>
            </a:pPr>
            <a:r>
              <a:t>MEDD Sim is the simulation studio you control.</a:t>
            </a:r>
            <a:br/>
            <a:r>
              <a:t>Build any AI-powered coach, role-play, or examiner in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problems we face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Role-Play Anxiety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Nobody enjoys role-plays, so they become filler sessions or dreaded 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2860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Time-Starved Managers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When managers are stretched thin, coaching is the first thing dropped.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286000"/>
            <a:ext cx="347472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Fear of 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Professionals love coaching results — just don't love feeling exposed.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A4A4A"/>
                </a:solidFill>
                <a:latin typeface="Arial"/>
              </a:defRPr>
            </a:pPr>
            <a:r>
              <a:t>How we fix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A1A1A"/>
                </a:solidFill>
                <a:latin typeface="Arial"/>
              </a:defRPr>
            </a:pPr>
            <a:r>
              <a:t>A behaviour rehearsal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4A4A4A"/>
                </a:solidFill>
                <a:latin typeface="Arial"/>
              </a:defRPr>
            </a:pPr>
            <a:r>
              <a:t>Build scenarios, practice in private, and make it happen in the real world.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27432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Total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User-generated agents from templates or scratch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743200"/>
            <a:ext cx="27432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Content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918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Generate resources with a click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389120"/>
            <a:ext cx="27432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BYO Rubric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5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Standardise feedback to your framework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4389120"/>
            <a:ext cx="27432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4572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Learning Pathways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93775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Structured training for any goal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1A"/>
                </a:solidFill>
                <a:latin typeface="Arial"/>
              </a:defRPr>
            </a:pPr>
            <a:r>
              <a:t>Build any coaching or roleplay experience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👔 Roleplay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Personas, objections, buying motives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164592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💬 Coach Any 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Sales, business, HR templates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4592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📚 Workforce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945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Orientation, compliance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0040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🏥 Patient Case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AI patient simulations for CPD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320040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📋 Examiner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7490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OSCE clinical assessments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200400"/>
            <a:ext cx="347472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33832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6B56"/>
                </a:solidFill>
                <a:latin typeface="Arial"/>
              </a:defRPr>
            </a:pPr>
            <a:r>
              <a:t>🎯 User-Created Sims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7490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Personalized team coaching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A1A1A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25603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45920" y="2560320"/>
            <a:ext cx="731520" cy="73152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Arial"/>
              </a:defRPr>
            </a:pPr>
            <a:r>
              <a:t>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Access dashboard,</a:t>
            </a:r>
            <a:br/>
            <a:r>
              <a:t>select package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5603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80560" y="2560320"/>
            <a:ext cx="731520" cy="73152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566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Arial"/>
              </a:defRPr>
            </a:pPr>
            <a:r>
              <a:t>Onboard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1148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Bring your team,</a:t>
            </a:r>
            <a:br/>
            <a:r>
              <a:t>assign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286000"/>
            <a:ext cx="25603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0" y="2560320"/>
            <a:ext cx="731520" cy="73152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566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Arial"/>
              </a:defRPr>
            </a:pPr>
            <a:r>
              <a:t>Create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1148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Build agents,</a:t>
            </a:r>
            <a:br/>
            <a:r>
              <a:t>pathways, campaigns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286000"/>
            <a:ext cx="256032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0" y="2560320"/>
            <a:ext cx="731520" cy="731520"/>
          </a:xfrm>
          <a:prstGeom prst="ellipse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566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Arial"/>
              </a:defRPr>
            </a:pPr>
            <a:r>
              <a:t>Practice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11480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Rehearse, feedback,</a:t>
            </a:r>
            <a:br/>
            <a:r>
              <a:t>improve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A1A1A"/>
                </a:solidFill>
                <a:latin typeface="Arial"/>
              </a:defRPr>
            </a:pPr>
            <a:r>
              <a:t>Security and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4A4A4A"/>
                </a:solidFill>
                <a:latin typeface="Arial"/>
              </a:defRPr>
            </a:pPr>
            <a:r>
              <a:t>Private by design — secure by default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🛡️ Data boundary — no model 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🖥️ Customer isolation — separate instance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9260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🔐 Role-based access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📋 Full audit logs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8404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📄 Rubric versioning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02920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1A1A1A"/>
                </a:solidFill>
                <a:latin typeface="Arial"/>
              </a:defRPr>
            </a:pPr>
            <a:r>
              <a:t>📤 Exportable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1A"/>
                </a:solidFill>
                <a:latin typeface="Arial"/>
              </a:defRPr>
            </a:pPr>
            <a:r>
              <a:t>Pricing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6B56"/>
                </a:solidFill>
                <a:latin typeface="Arial"/>
              </a:defRPr>
            </a:pPr>
            <a:r>
              <a:t>ESSENTIAL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Arial"/>
              </a:defRPr>
            </a:pPr>
            <a:r>
              <a:t>$39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/user/mo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✓ 10 min video / 60 min audio</a:t>
            </a:r>
            <a:br/>
            <a:r>
              <a:t>✓ Unlimited agent types</a:t>
            </a:r>
            <a:br/>
            <a:r>
              <a:t>✓ Learning pathways</a:t>
            </a:r>
            <a:br/>
            <a:r>
              <a:t>✓ Templates + rubrics</a:t>
            </a:r>
            <a:br/>
            <a:r>
              <a:t>✓ Email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097280"/>
            <a:ext cx="3474720" cy="4572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914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6B56"/>
                </a:solidFill>
                <a:latin typeface="Arial"/>
              </a:defRPr>
            </a:pPr>
            <a:r>
              <a:t>★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6B56"/>
                </a:solidFill>
                <a:latin typeface="Arial"/>
              </a:defRPr>
            </a:pPr>
            <a:r>
              <a:t>PROFESSIONAL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Arial"/>
              </a:defRPr>
            </a:pPr>
            <a:r>
              <a:t>$79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/user/mo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✓ 25 min video / 90 min audio</a:t>
            </a:r>
            <a:br/>
            <a:r>
              <a:t>✓ Everything in Essential</a:t>
            </a:r>
            <a:br/>
            <a:r>
              <a:t>✓ Team analytics</a:t>
            </a:r>
            <a:br/>
            <a:r>
              <a:t>✓ Gamification</a:t>
            </a:r>
            <a:br/>
            <a:r>
              <a:t>✓ Priority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097280"/>
            <a:ext cx="347472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6B56"/>
                </a:solidFill>
                <a:latin typeface="Arial"/>
              </a:defRPr>
            </a:pPr>
            <a:r>
              <a:t>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Arial"/>
              </a:defRPr>
            </a:pPr>
            <a:r>
              <a:t>Custom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2860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4A4A"/>
                </a:solidFill>
                <a:latin typeface="Arial"/>
              </a:defRPr>
            </a:pPr>
            <a:r>
              <a:t>contact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A4A4A"/>
                </a:solidFill>
                <a:latin typeface="Arial"/>
              </a:defRPr>
            </a:pPr>
            <a:r>
              <a:t>✓ Custom instance</a:t>
            </a:r>
            <a:br/>
            <a:r>
              <a:t>✓ High pooled allowances</a:t>
            </a:r>
            <a:br/>
            <a:r>
              <a:t>✓ SSO &amp; governance</a:t>
            </a:r>
            <a:br/>
            <a:r>
              <a:t>✓ Volume rates</a:t>
            </a:r>
            <a:br/>
            <a:r>
              <a:t>✓ Phone support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7F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6B56"/>
                </a:solidFill>
                <a:latin typeface="Arial"/>
              </a:defRPr>
            </a:pPr>
            <a:r>
              <a:t>medd 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1A1A"/>
                </a:solidFill>
                <a:latin typeface="Arial"/>
              </a:defRPr>
            </a:pPr>
            <a:r>
              <a:t>Ready to transform how</a:t>
            </a:r>
            <a:br/>
            <a:r>
              <a:t>your team practices?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A4A4A"/>
                </a:solidFill>
                <a:latin typeface="Arial"/>
              </a:defRPr>
            </a:pPr>
            <a:r>
              <a:t>Turn high-stakes conversations into rehearsed performances.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4846320"/>
            <a:ext cx="3383280" cy="640080"/>
          </a:xfrm>
          <a:prstGeom prst="roundRect">
            <a:avLst/>
          </a:prstGeom>
          <a:solidFill>
            <a:srgbClr val="0D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0" y="4937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Start Free Trial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A4A4A"/>
                </a:solidFill>
                <a:latin typeface="Arial"/>
              </a:defRPr>
            </a:pPr>
            <a:r>
              <a:t>📧 hello@medd.com.au   |   🌐 sim.medd.com.au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