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D6B56"/>
                </a:solidFill>
              </a:defRPr>
            </a:pPr>
            <a:r>
              <a:t>medd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6B56"/>
                </a:solidFill>
              </a:defRPr>
            </a:pPr>
            <a:r>
              <a:t>Giving your team the tools to practice the moments that matter,</a:t>
            </a:r>
            <a:br/>
            <a:r>
              <a:t>before they matter.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7F464"/>
                </a:solidFill>
              </a:defRPr>
            </a:pPr>
            <a:r>
              <a:t>MEDD Sim is the simulation studio you control.</a:t>
            </a:r>
            <a:br/>
            <a:br/>
            <a:r>
              <a:t>Build any AI-powered coach, role-play, examiner or supporting asset in minutes—then stitch them into learning pathways that turn high-stakes conversations into rehearsed performances.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7F464"/>
                </a:solidFill>
              </a:defRPr>
            </a:pPr>
            <a: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is to make deliberate practice a daily norm.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914400"/>
            <a:ext cx="5029200" cy="5029200"/>
          </a:xfrm>
          <a:prstGeom prst="roundRect">
            <a:avLst/>
          </a:prstGeom>
          <a:solidFill>
            <a:srgbClr val="606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[Professional working on laptop]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 we 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11480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Problem 1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Nobody enjoys role-plays, so they tend to be a filler session at sales meetings or a dreaded component of SFE.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4114800"/>
            <a:ext cx="3657600" cy="22860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Problem 2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When managers are stretched thin, coaching is usually the first thing that is dropped.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4114800"/>
            <a:ext cx="3657600" cy="2286000"/>
          </a:xfrm>
          <a:prstGeom prst="round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Problem 3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Most professionals love the results of coaching. They just don't love the feeling of being exposed.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we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A behaviour rehearsal engine:</a:t>
            </a:r>
            <a:br/>
            <a:r>
              <a:t>build scenarios, practice in private,</a:t>
            </a:r>
            <a:br/>
            <a:r>
              <a:t>and make it happen in the real world.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3931920"/>
            <a:ext cx="2194560" cy="27432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1. Total Control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User-generated agents: build from templates or scratch for sales, business coaching, patient simulations, OSCE-style examiners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931920"/>
            <a:ext cx="2194560" cy="2743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2. Content Studio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Custom Notebook LM style tools to generate all types of resources with a click of a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931920"/>
            <a:ext cx="2194560" cy="27432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3. BYO Rubric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Standardise coaching and feedback style based on the company's subscribed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931920"/>
            <a:ext cx="2194560" cy="2743200"/>
          </a:xfrm>
          <a:prstGeom prst="roundRect">
            <a:avLst/>
          </a:prstGeom>
          <a:solidFill>
            <a:srgbClr val="F5E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4. Learning Pathways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Create structured learning pathways for product launches, clinical training, business acumen, and performance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3931920"/>
            <a:ext cx="2194560" cy="2743200"/>
          </a:xfrm>
          <a:prstGeom prst="round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5. Security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MEDD servers</a:t>
            </a:r>
            <a:br/>
            <a:r>
              <a:t>• Isolated instance</a:t>
            </a:r>
            <a:br/>
            <a:r>
              <a:t>• No LLM training</a:t>
            </a:r>
            <a:br/>
            <a:r>
              <a:t>• RAG (retrieval augmentation)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Build any coaching or roleplay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6B56"/>
                </a:solidFill>
              </a:defRPr>
            </a:pPr>
            <a:r>
              <a:t>Roleplay any customer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Create agents with specific personas, objections, and buying motives. Then set the temperature for real-world conversations.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657600" cy="201168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Coach any situation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Develop a coach for any situation using best practice templates for sales, business, HR and much more...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6B56"/>
                </a:solidFill>
              </a:defRPr>
            </a:pPr>
            <a:r>
              <a:t>Workforce Readiness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Create learning modules and simulations for orientation, performance reviews, compliancy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657600" cy="201168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Patient case study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Take therapy development to the next level by adding AI patient case-study simulations to CPD presentations.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6576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6B56"/>
                </a:solidFill>
              </a:defRPr>
            </a:pPr>
            <a:r>
              <a:t>Examiner Mode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Create an OSCE agent to assess any clinical, technical, or knowledge-based scenario with a custom rubric.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657600"/>
            <a:ext cx="3657600" cy="201168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User-created Sims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Let the team create personalised coaching, role-play, or assessment simulations tailored to their goals.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Create from templates, build from scratch, or go full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36576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Register to medd to access the sim dashboard and set up your account. Select a subscriber package.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5303520"/>
            <a:ext cx="731520" cy="731520"/>
          </a:xfrm>
          <a:prstGeom prst="ellipse">
            <a:avLst/>
          </a:prstGeom>
          <a:noFill/>
          <a:ln w="25400">
            <a:solidFill>
              <a:srgbClr val="C7F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7F464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743200" cy="36576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Onboard the team using the onboarding tools and assign user types.</a:t>
            </a:r>
          </a:p>
        </p:txBody>
      </p:sp>
      <p:sp>
        <p:nvSpPr>
          <p:cNvPr id="6" name="Oval 5"/>
          <p:cNvSpPr/>
          <p:nvPr/>
        </p:nvSpPr>
        <p:spPr>
          <a:xfrm>
            <a:off x="4389120" y="5303520"/>
            <a:ext cx="731520" cy="731520"/>
          </a:xfrm>
          <a:prstGeom prst="ellipse">
            <a:avLst/>
          </a:prstGeom>
          <a:noFill/>
          <a:ln w="25400">
            <a:solidFill>
              <a:srgbClr val="C7F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7F464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Create your first agent, learning pathway, roleplay, gamified campaign or LearnDash course.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5303520"/>
            <a:ext cx="731520" cy="731520"/>
          </a:xfrm>
          <a:prstGeom prst="ellipse">
            <a:avLst/>
          </a:prstGeom>
          <a:noFill/>
          <a:ln w="25400">
            <a:solidFill>
              <a:srgbClr val="C7F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7F464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743200" cy="36576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Build patient simulation case studies and CPD education for therapy development activities.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5303520"/>
            <a:ext cx="731520" cy="731520"/>
          </a:xfrm>
          <a:prstGeom prst="ellipse">
            <a:avLst/>
          </a:prstGeom>
          <a:noFill/>
          <a:ln w="25400">
            <a:solidFill>
              <a:srgbClr val="C7F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7F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7F464"/>
                </a:solidFill>
              </a:defRPr>
            </a:pPr>
            <a:r>
              <a:t>Private by design - secure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No model training</a:t>
            </a:r>
            <a:br/>
            <a:r>
              <a:t>• Customer isolation (separate instance - no sharing)</a:t>
            </a:r>
            <a:br/>
            <a:r>
              <a:t>• Configurable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Access &amp;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Role-based access (learner/assessor/admin)</a:t>
            </a:r>
            <a:br/>
            <a:r>
              <a:t>• Admin governance (scenario approval, assessor assignment)</a:t>
            </a:r>
            <a:br/>
            <a:r>
              <a:t>• Optional transcript controls (on/off, redaction)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Audit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Audit logs (who did what, when)</a:t>
            </a:r>
            <a:br/>
            <a:r>
              <a:t>• Rubric versioning (which rules + content were used)</a:t>
            </a:r>
            <a:br/>
            <a:r>
              <a:t>• Exportable evidence accessible by admin/end-user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200400" cy="274320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/>
            </a:pPr>
            <a:r>
              <a:t>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7F464"/>
                </a:solidFill>
              </a:defRPr>
            </a:pPr>
            <a:r>
              <a:t>Demo</a:t>
            </a:r>
          </a:p>
        </p:txBody>
      </p:sp>
      <p:pic>
        <p:nvPicPr>
          <p:cNvPr id="3" name="Picture 2" descr="content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14800"/>
            <a:ext cx="6400800" cy="5695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Pricing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0" y="274320"/>
            <a:ext cx="1828800" cy="1828800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6B56"/>
                </a:solidFill>
              </a:defRPr>
            </a:pPr>
            <a:r>
              <a:t>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Essential — $39/user/month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Best for individual users and small teams</a:t>
            </a:r>
            <a:br/>
            <a:br/>
            <a:r>
              <a:t>• 10 mins video / 60 mins audio per user/month</a:t>
            </a:r>
            <a:br/>
            <a:r>
              <a:t>• Unlimited agent types</a:t>
            </a:r>
            <a:br/>
            <a:r>
              <a:t>• Learning pathways</a:t>
            </a:r>
            <a:br/>
            <a:r>
              <a:t>• Templates + custom rubrics</a:t>
            </a:r>
            <a:br/>
            <a:r>
              <a:t>• Content Studio: 2 sessions/month</a:t>
            </a:r>
            <a:br/>
            <a:r>
              <a:t>• Email support</a:t>
            </a:r>
            <a:br/>
            <a:br/>
            <a:r>
              <a:t>Overage: $0.59(V)-$0.16(A)/min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Professional — $79/user/month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Best for coordinated training programs</a:t>
            </a:r>
            <a:br/>
            <a:br/>
            <a:r>
              <a:t>• Pooled: 25 mins video × seats/month</a:t>
            </a:r>
            <a:br/>
            <a:r>
              <a:t>• 90 mins audio × seats/month</a:t>
            </a:r>
            <a:br/>
            <a:r>
              <a:t>• Everything in Essential</a:t>
            </a:r>
            <a:br/>
            <a:r>
              <a:t>• Team analytics + gamification</a:t>
            </a:r>
            <a:br/>
            <a:r>
              <a:t>• Pooled Content Studio</a:t>
            </a:r>
            <a:br/>
            <a:r>
              <a:t>• Email + message support</a:t>
            </a:r>
            <a:br/>
            <a:br/>
            <a:r>
              <a:t>Overage: $0.37(V)-$0.11(A)/min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Enterprise — 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346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Best for organisations</a:t>
            </a:r>
            <a:br/>
            <a:br/>
            <a:r>
              <a:t>• Custom instance</a:t>
            </a:r>
            <a:br/>
            <a:r>
              <a:t>• High pooled allowances</a:t>
            </a:r>
            <a:br/>
            <a:r>
              <a:t>• SSO &amp; advanced governance</a:t>
            </a:r>
            <a:br/>
            <a:r>
              <a:t>• Volume rates</a:t>
            </a:r>
            <a:br/>
            <a:r>
              <a:t>• Dedicated success manager</a:t>
            </a:r>
            <a:br/>
            <a:r>
              <a:t>• Phone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F464"/>
                </a:solidFill>
              </a:defRPr>
            </a:pPr>
            <a:r>
              <a:t>Content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Generate learning materials in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Create podcasts, flashcards, quizzes, mind maps, summaries, FAQs, briefings, and more — all from your source content.</a:t>
            </a:r>
            <a:br/>
            <a:br/>
            <a:r>
              <a:t>• Healthcare, Sales, Coaching content types</a:t>
            </a:r>
            <a:br/>
            <a:r>
              <a:t>• Brief, Standard, or Detailed outputs</a:t>
            </a:r>
            <a:br/>
            <a:r>
              <a:t>• Custom instructions for regeneration</a:t>
            </a:r>
          </a:p>
        </p:txBody>
      </p:sp>
      <p:pic>
        <p:nvPicPr>
          <p:cNvPr id="5" name="Picture 4" descr="content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5760720" cy="51255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F464"/>
                </a:solidFill>
              </a:defRPr>
            </a:pPr>
            <a:r>
              <a:t>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Create custom AI agents with full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Define preparation context, simulation objectives, evaluation rubrics, and coaching styles — all in one intuitive interface.</a:t>
            </a:r>
            <a:br/>
            <a:br/>
            <a:r>
              <a:t>• Custom evaluation criteria with weighted scoring</a:t>
            </a:r>
            <a:br/>
            <a:r>
              <a:t>• 6 coaching styles: Challenger to Facilitative</a:t>
            </a:r>
            <a:br/>
            <a:r>
              <a:t>• Configurable difficulty and duration</a:t>
            </a:r>
          </a:p>
        </p:txBody>
      </p:sp>
      <p:pic>
        <p:nvPicPr>
          <p:cNvPr id="5" name="Picture 4" descr="agent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406827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6B56"/>
                </a:solidFill>
              </a:defRPr>
            </a:pPr>
            <a:r>
              <a:t>medd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Ready to transform how your team practices?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Turn high-stakes conversations into rehearsed performances.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5029200"/>
            <a:ext cx="3017520" cy="731520"/>
          </a:xfrm>
          <a:prstGeom prst="roundRect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6B56"/>
                </a:solidFill>
              </a:defRPr>
            </a:pPr>
            <a:r>
              <a:t>Start Free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📧 hello@medd.com.au  |  🌐 sim.medd.com.au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