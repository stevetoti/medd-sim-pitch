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0A37F"/>
                </a:solidFill>
                <a:latin typeface="Arial"/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FFFFF"/>
                </a:solidFill>
                <a:latin typeface="Arial"/>
              </a:defRPr>
            </a:pPr>
            <a:r>
              <a:t>Giving your team the tools to practice</a:t>
            </a:r>
            <a:br/>
            <a:r>
              <a:t>the moments that matter, before they matter.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0A37F"/>
                </a:solidFill>
                <a:latin typeface="Arial"/>
              </a:defRPr>
            </a:pPr>
            <a:r>
              <a:t>Our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Make deliberate practice</a:t>
            </a:r>
            <a:br/>
            <a:r>
              <a:t>a daily norm.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A0A0A0"/>
                </a:solidFill>
                <a:latin typeface="Arial"/>
              </a:defRPr>
            </a:pPr>
            <a:r>
              <a:t>MEDD Sim is the simulation studio you control.</a:t>
            </a:r>
            <a:br/>
            <a:r>
              <a:t>Build any AI-powered coach, role-play, or examiner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0A37F"/>
                </a:solidFill>
                <a:latin typeface="Arial"/>
              </a:defRPr>
            </a:pPr>
            <a:r>
              <a:t>73%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Arial"/>
              </a:defRPr>
            </a:pPr>
            <a:r>
              <a:t>avoid role-play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1148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0A37F"/>
                </a:solidFill>
                <a:latin typeface="Arial"/>
              </a:defRPr>
            </a:pPr>
            <a:r>
              <a:t>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Arial"/>
              </a:defRPr>
            </a:pPr>
            <a:r>
              <a:t>faster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029200" cy="41148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Arial"/>
              </a:defRPr>
            </a:pPr>
            <a:r>
              <a:t>📸 Team Collaboration Image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The problems we 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474720" cy="36576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21031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A0A0A0"/>
                </a:solidFill>
                <a:latin typeface="Arial"/>
              </a:defRPr>
            </a:pPr>
            <a: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Role-Play Anxiety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0A0A0"/>
                </a:solidFill>
                <a:latin typeface="Arial"/>
              </a:defRPr>
            </a:pPr>
            <a:r>
              <a:t>Nobody enjoys role-plays, so they become filler sessions or dreaded training.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474720" cy="36576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0" y="21031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A0A0A0"/>
                </a:solidFill>
                <a:latin typeface="Arial"/>
              </a:defRPr>
            </a:pPr>
            <a:r>
              <a:t>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Time-Starved Managers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2062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0A0A0"/>
                </a:solidFill>
                <a:latin typeface="Arial"/>
              </a:defRPr>
            </a:pPr>
            <a:r>
              <a:t>When managers are stretched thin, coaching is the first thing dropped.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474720" cy="36576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0" y="210312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A0A0A0"/>
                </a:solidFill>
                <a:latin typeface="Arial"/>
              </a:defRPr>
            </a:pPr>
            <a:r>
              <a:t>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Fear of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2062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0A0A0"/>
                </a:solidFill>
                <a:latin typeface="Arial"/>
              </a:defRPr>
            </a:pPr>
            <a:r>
              <a:t>Professionals love coaching results — just don't love feeling exposed.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0A37F"/>
                </a:solidFill>
                <a:latin typeface="Arial"/>
              </a:defRPr>
            </a:pPr>
            <a:r>
              <a:t>How we fix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A behaviour rehearsal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A0A0A0"/>
                </a:solidFill>
                <a:latin typeface="Arial"/>
              </a:defRPr>
            </a:pPr>
            <a:r>
              <a:t>Build scenarios, practice in private, and make it happen in the real world.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74320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7F"/>
                </a:solidFill>
                <a:latin typeface="Arial"/>
              </a:defRPr>
            </a:pPr>
            <a:r>
              <a:t>Total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User-generated agents from templates or scratch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560320"/>
            <a:ext cx="274320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743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7F"/>
                </a:solidFill>
                <a:latin typeface="Arial"/>
              </a:defRPr>
            </a:pPr>
            <a:r>
              <a:t>Content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Generate resources with a click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74320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7F"/>
                </a:solidFill>
                <a:latin typeface="Arial"/>
              </a:defRPr>
            </a:pPr>
            <a:r>
              <a:t>BYO Rubric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Standardise feedback to your framework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023360"/>
            <a:ext cx="274320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42062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7F"/>
                </a:solidFill>
                <a:latin typeface="Arial"/>
              </a:defRPr>
            </a:pPr>
            <a:r>
              <a:t>Learning Pathways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5720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Structured training for any goal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371600"/>
            <a:ext cx="4572000" cy="41148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A0"/>
                </a:solidFill>
                <a:latin typeface="Arial"/>
              </a:defRPr>
            </a:pPr>
            <a:r>
              <a:t>📸 Medical Professional Image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Build any coaching or roleplay experience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👔 Roleplay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Personas, objections, buying motives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164592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💬 Coach Any 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Sales, business, HR templates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📚 Workforce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94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Orientation, compliance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🏥 Patient 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AI patient simulations for CPD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310896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📋 Examiner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657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OSCE clinical assessments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108960"/>
            <a:ext cx="3474720" cy="118872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32918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🎯 User-Created Sims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657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Personalized team coaching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A0A0A0"/>
                </a:solidFill>
                <a:latin typeface="Arial"/>
              </a:defRPr>
            </a:pPr>
            <a:r>
              <a:t>From signup to simulation in minutes</a:t>
            </a:r>
          </a:p>
        </p:txBody>
      </p:sp>
      <p:sp>
        <p:nvSpPr>
          <p:cNvPr id="4" name="Oval 3"/>
          <p:cNvSpPr/>
          <p:nvPr/>
        </p:nvSpPr>
        <p:spPr>
          <a:xfrm>
            <a:off x="1645920" y="2286000"/>
            <a:ext cx="822960" cy="82296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Access dashboard, select package</a:t>
            </a:r>
          </a:p>
        </p:txBody>
      </p:sp>
      <p:sp>
        <p:nvSpPr>
          <p:cNvPr id="8" name="Oval 7"/>
          <p:cNvSpPr/>
          <p:nvPr/>
        </p:nvSpPr>
        <p:spPr>
          <a:xfrm>
            <a:off x="4480560" y="2286000"/>
            <a:ext cx="822960" cy="82296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Onboard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023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Bring team, assign roles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2286000"/>
            <a:ext cx="822960" cy="82296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Create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Build agents and pathways</a:t>
            </a:r>
          </a:p>
        </p:txBody>
      </p:sp>
      <p:sp>
        <p:nvSpPr>
          <p:cNvPr id="16" name="Oval 15"/>
          <p:cNvSpPr/>
          <p:nvPr/>
        </p:nvSpPr>
        <p:spPr>
          <a:xfrm>
            <a:off x="10149840" y="2286000"/>
            <a:ext cx="822960" cy="82296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9" y="23774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4023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Rehearse, feedback, improve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Security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A0A0A0"/>
                </a:solidFill>
                <a:latin typeface="Arial"/>
              </a:defRPr>
            </a:pPr>
            <a:r>
              <a:t>Private by design — secure by default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🛡️ Data boundary — no model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48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🖥️ Customer isolation — separate instance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🔐 Role-based access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📋 Full audit logs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📄 Rubric versioning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303520" cy="6400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977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FFFFFF"/>
                </a:solidFill>
                <a:latin typeface="Arial"/>
              </a:defRPr>
            </a:pPr>
            <a:r>
              <a:t>📤 Exportable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Pricing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A37F"/>
                </a:solidFill>
                <a:latin typeface="Arial"/>
              </a:defRPr>
            </a:pPr>
            <a:r>
              <a:t>ESSENTIAL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$39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/user/mo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✓ 10 min video / 60 min audio</a:t>
            </a:r>
            <a:br/>
            <a:r>
              <a:t>✓ Unlimited agent types</a:t>
            </a:r>
            <a:br/>
            <a:r>
              <a:t>✓ Learning pathways</a:t>
            </a:r>
            <a:br/>
            <a:r>
              <a:t>✓ Templates + rubrics</a:t>
            </a:r>
            <a:br/>
            <a:r>
              <a:t>✓ Email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188720"/>
            <a:ext cx="3474720" cy="4754880"/>
          </a:xfrm>
          <a:prstGeom prst="roundRect">
            <a:avLst/>
          </a:prstGeom>
          <a:solidFill>
            <a:srgbClr val="2A2A2A"/>
          </a:solidFill>
          <a:ln w="25400">
            <a:solidFill>
              <a:srgbClr val="0D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005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0A37F"/>
                </a:solidFill>
                <a:latin typeface="Arial"/>
              </a:defRPr>
            </a:pPr>
            <a:r>
              <a:t>★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A37F"/>
                </a:solidFill>
                <a:latin typeface="Arial"/>
              </a:defRPr>
            </a:pPr>
            <a:r>
              <a:t>PROFESSIONAL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$79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68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/user/mo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0175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✓ 25 min video / 90 min audio</a:t>
            </a:r>
            <a:br/>
            <a:r>
              <a:t>✓ Everything in Essential</a:t>
            </a:r>
            <a:br/>
            <a:r>
              <a:t>✓ Team analytics + gamification</a:t>
            </a:r>
            <a:br/>
            <a:r>
              <a:t>✓ Pooled Content Studio</a:t>
            </a:r>
            <a:br/>
            <a:r>
              <a:t>✓ Priority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474720" cy="475488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A37F"/>
                </a:solidFill>
                <a:latin typeface="Arial"/>
              </a:defRPr>
            </a:pPr>
            <a:r>
              <a:t>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Custom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0"/>
                </a:solidFill>
                <a:latin typeface="Arial"/>
              </a:defRPr>
            </a:pPr>
            <a:r>
              <a:t>contact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0175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0A0"/>
                </a:solidFill>
                <a:latin typeface="Arial"/>
              </a:defRPr>
            </a:pPr>
            <a:r>
              <a:t>✓ Custom instance</a:t>
            </a:r>
            <a:br/>
            <a:r>
              <a:t>✓ High pooled allowances</a:t>
            </a:r>
            <a:br/>
            <a:r>
              <a:t>✓ SSO &amp; governance</a:t>
            </a:r>
            <a:br/>
            <a:r>
              <a:t>✓ Volume rates</a:t>
            </a:r>
            <a:br/>
            <a:r>
              <a:t>✓ Phone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6459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A37F"/>
                </a:solidFill>
                <a:latin typeface="Arial"/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Ready to transform how</a:t>
            </a:r>
            <a:br/>
            <a:r>
              <a:t>your team practices?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A0"/>
                </a:solidFill>
                <a:latin typeface="Arial"/>
              </a:defRPr>
            </a:pPr>
            <a:r>
              <a:t>Turn high-stakes conversations into rehearsed performances.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5029200"/>
            <a:ext cx="3383280" cy="640080"/>
          </a:xfrm>
          <a:prstGeom prst="roundRect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Start Free Trial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A0"/>
                </a:solidFill>
                <a:latin typeface="Arial"/>
              </a:defRPr>
            </a:pPr>
            <a:r>
              <a:t>📧 hello@medd.com.au   |   🌐 sim.medd.com.au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